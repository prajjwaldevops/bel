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600"/>
            </a:pPr>
            <a:r>
              <a:t>Problem Statement Title - Blockchain-Based Secure Platform for Identity, Access Control, and Digital Asset Management</a:t>
            </a:r>
          </a:p>
          <a:p>
            <a:pPr>
              <a:defRPr sz="1600"/>
            </a:pPr>
            <a:r>
              <a:t>Theme - Cybersecurity / Blockchain</a:t>
            </a:r>
          </a:p>
          <a:p>
            <a:pPr>
              <a:defRPr sz="1600"/>
            </a:pPr>
            <a:r>
              <a:t>PS Category - Software</a:t>
            </a:r>
          </a:p>
          <a:p>
            <a:pPr>
              <a:defRPr sz="1600"/>
            </a:pPr>
            <a:r>
              <a:t>Team ID - TBA</a:t>
            </a:r>
          </a:p>
          <a:p>
            <a:pPr>
              <a:defRPr sz="1600"/>
            </a:pPr>
            <a:r>
              <a:t>Team Name (Registered on portal) - BEL SENTINEL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BEL SENTINEL - Decentralized Identity &amp; Asset Platform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sz="1500"/>
            </a:pPr>
            <a:r>
              <a:t>Proposed Solution (Decentralized Architecture):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• Unified platform integrating decentralized identity, NFT-based asset ownership, and strict RBAC.</a:t>
            </a:r>
          </a:p>
          <a:p>
            <a:pPr>
              <a:defRPr sz="1500"/>
            </a:pPr>
            <a:r>
              <a:t>• Users receive Decentralized Identifiers (DIDs) for self-sovereign authentication.</a:t>
            </a:r>
          </a:p>
          <a:p>
            <a:pPr>
              <a:defRPr sz="1500"/>
            </a:pPr>
            <a:r>
              <a:t>• Digital &amp; physical assets are minted as NFTs (ERC-721) for uniqueness, traceability, and immutable ownership.</a:t>
            </a:r>
          </a:p>
          <a:p>
            <a:pPr>
              <a:defRPr sz="1500"/>
            </a:pPr>
            <a:r>
              <a:t>• Smart Contracts automatically govern asset minting, role-based allocation, and transfer rights.</a:t>
            </a:r>
          </a:p>
          <a:p>
            <a:pPr>
              <a:defRPr sz="1500"/>
            </a:pPr>
            <a:r>
              <a:t>• All operations are immutably recorded via batched Merkle roots on-chain, ensuring a tamper-proof audit trail.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BEL SENTINEL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sz="1500"/>
            </a:pPr>
            <a:r>
              <a:t>Technologies &amp; Methodology: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• Frontend/API: Next.js 16 (App Router), TypeScript, TailwindCSS for responsive UI.</a:t>
            </a:r>
          </a:p>
          <a:p>
            <a:pPr>
              <a:defRPr sz="1500"/>
            </a:pPr>
            <a:r>
              <a:t>• Smart Contracts: Solidity 0.8.x, OpenZeppelin, deployed on EVM (Polygon/Hardhat).</a:t>
            </a:r>
          </a:p>
          <a:p>
            <a:pPr>
              <a:defRPr sz="1500"/>
            </a:pPr>
            <a:r>
              <a:t>• Database: Supabase (PostgreSQL) with RLS for hybrid off-chain metadata &amp; role syncing.</a:t>
            </a:r>
          </a:p>
          <a:p>
            <a:pPr>
              <a:defRPr sz="1500"/>
            </a:pPr>
            <a:r>
              <a:t>• Decentralized Storage: IPFS/Pinata for immutable documents; Cloudflare R2 for biometric data.</a:t>
            </a:r>
          </a:p>
          <a:p>
            <a:pPr>
              <a:defRPr sz="1500"/>
            </a:pPr>
            <a:r>
              <a:t>• Methodology: Web3 Self-Custodial wallet connections (wagmi/viem) integrated with Web2 UX. Batched Merkle trees are used for gas-efficient audit logging.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BEL SENTINEL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sz="1500"/>
            </a:pPr>
            <a:r>
              <a:t>Feasibility &amp; Viability: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• High Feasibility: Utilizes proven Web3 standards (ERC-721, DIDs) combined with scalable Web2 infrastructure (Supabase).</a:t>
            </a:r>
          </a:p>
          <a:p>
            <a:pPr>
              <a:defRPr sz="1500"/>
            </a:pPr>
            <a:r>
              <a:t>• Challenge: High Gas Costs for on-chain audit logging.</a:t>
            </a:r>
          </a:p>
          <a:p>
            <a:pPr>
              <a:defRPr sz="1500"/>
            </a:pPr>
            <a:r>
              <a:t>• Strategy: Implemented Off-chain queue + periodic Merkle root anchoring, reducing gas by ~100x.</a:t>
            </a:r>
          </a:p>
          <a:p>
            <a:pPr>
              <a:defRPr sz="1500"/>
            </a:pPr>
            <a:r>
              <a:t>• Challenge: User key management and wallet loss risks.</a:t>
            </a:r>
          </a:p>
          <a:p>
            <a:pPr>
              <a:defRPr sz="1500"/>
            </a:pPr>
            <a:r>
              <a:t>• Strategy: Developed a Guardian-based Social Recovery system allowing authorized personnel to restore access safely.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BEL SENTINEL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sz="1500"/>
            </a:pPr>
            <a:r>
              <a:t>Impact and Benefits: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• Security: Eliminates single points of failure common in centralized IAM, preventing mass data breaches.</a:t>
            </a:r>
          </a:p>
          <a:p>
            <a:pPr>
              <a:defRPr sz="1500"/>
            </a:pPr>
            <a:r>
              <a:t>• Transparency: Ensures 100% verifiable chain-of-custody for digital and physical assets.</a:t>
            </a:r>
          </a:p>
          <a:p>
            <a:pPr>
              <a:defRPr sz="1500"/>
            </a:pPr>
            <a:r>
              <a:t>• Operational Efficiency: Automates compliance, auditing, and role management via smart contracts.</a:t>
            </a:r>
          </a:p>
          <a:p>
            <a:pPr>
              <a:defRPr sz="1500"/>
            </a:pPr>
            <a:r>
              <a:t>• Privacy: Supports GDPR compliance and Zero-Trust Architecture through selective disclosure and encrypted field storage.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BEL SENTINEL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sz="1500"/>
            </a:pPr>
            <a:r>
              <a:t>Research &amp; References: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1. Decentralized Identity Foundation (DIF) DID Specifications.</a:t>
            </a:r>
          </a:p>
          <a:p>
            <a:pPr>
              <a:defRPr sz="1500"/>
            </a:pPr>
            <a:r>
              <a:t>2. NIST Special Publication 800-207 (Zero Trust Architecture).</a:t>
            </a:r>
          </a:p>
          <a:p>
            <a:pPr>
              <a:defRPr sz="1500"/>
            </a:pPr>
            <a:r>
              <a:t>3. ERC-721 Non-Fungible Token Standard (Ethereum Improvement Proposals).</a:t>
            </a:r>
          </a:p>
          <a:p>
            <a:pPr>
              <a:defRPr sz="1500"/>
            </a:pPr>
            <a:r>
              <a:t>4. Merkle Tree based off-chain scaling solutions for EVM audit logs.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BEL SENTINEL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